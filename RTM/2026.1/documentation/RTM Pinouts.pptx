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58" r:id="rId6"/>
    <p:sldId id="259" r:id="rId7"/>
    <p:sldId id="263" r:id="rId8"/>
    <p:sldId id="260" r:id="rId9"/>
    <p:sldId id="261" r:id="rId10"/>
    <p:sldId id="262" r:id="rId11"/>
    <p:sldId id="257" r:id="rId12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14"/>
      <p:bold r:id="rId15"/>
      <p:italic r:id="rId16"/>
      <p:boldItalic r:id="rId17"/>
    </p:embeddedFont>
    <p:embeddedFont>
      <p:font typeface="Lexend" panose="020B0604020202020204" charset="0"/>
      <p:regular r:id="rId18"/>
      <p:bold r:id="rId19"/>
    </p:embeddedFont>
    <p:embeddedFont>
      <p:font typeface="Lexend ExtraBold" panose="020B0604020202020204" charset="0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0C618-69C1-158A-2694-3554F7273270}" v="143" dt="2025-11-06T20:15:08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Chia Chen" userId="S::chenjc5@ad.uci.edu::68b52ff9-65e3-42cc-9e01-2f6ee6c530e7" providerId="AD" clId="Web-{3AA8B5F0-CF88-C310-557F-C9D02AFD7B38}"/>
    <pc:docChg chg="addSld delSld modSld sldOrd">
      <pc:chgData name="Justin Chia Chen" userId="S::chenjc5@ad.uci.edu::68b52ff9-65e3-42cc-9e01-2f6ee6c530e7" providerId="AD" clId="Web-{3AA8B5F0-CF88-C310-557F-C9D02AFD7B38}" dt="2025-11-02T09:01:56.218" v="389" actId="1076"/>
      <pc:docMkLst>
        <pc:docMk/>
      </pc:docMkLst>
      <pc:sldChg chg="addSp modSp">
        <pc:chgData name="Justin Chia Chen" userId="S::chenjc5@ad.uci.edu::68b52ff9-65e3-42cc-9e01-2f6ee6c530e7" providerId="AD" clId="Web-{3AA8B5F0-CF88-C310-557F-C9D02AFD7B38}" dt="2025-11-02T08:08:59.142" v="34" actId="1076"/>
        <pc:sldMkLst>
          <pc:docMk/>
          <pc:sldMk cId="0" sldId="256"/>
        </pc:sldMkLst>
        <pc:spChg chg="mod">
          <ac:chgData name="Justin Chia Chen" userId="S::chenjc5@ad.uci.edu::68b52ff9-65e3-42cc-9e01-2f6ee6c530e7" providerId="AD" clId="Web-{3AA8B5F0-CF88-C310-557F-C9D02AFD7B38}" dt="2025-11-02T08:08:05.231" v="29" actId="1076"/>
          <ac:spMkLst>
            <pc:docMk/>
            <pc:sldMk cId="0" sldId="256"/>
            <ac:spMk id="54" creationId="{00000000-0000-0000-0000-000000000000}"/>
          </ac:spMkLst>
        </pc:spChg>
        <pc:picChg chg="add mod">
          <ac:chgData name="Justin Chia Chen" userId="S::chenjc5@ad.uci.edu::68b52ff9-65e3-42cc-9e01-2f6ee6c530e7" providerId="AD" clId="Web-{3AA8B5F0-CF88-C310-557F-C9D02AFD7B38}" dt="2025-11-02T08:08:59.142" v="34" actId="1076"/>
          <ac:picMkLst>
            <pc:docMk/>
            <pc:sldMk cId="0" sldId="256"/>
            <ac:picMk id="2" creationId="{CFBDFC2F-8C41-CD2C-9797-E09744A7181E}"/>
          </ac:picMkLst>
        </pc:picChg>
      </pc:sldChg>
      <pc:sldChg chg="modSp ord">
        <pc:chgData name="Justin Chia Chen" userId="S::chenjc5@ad.uci.edu::68b52ff9-65e3-42cc-9e01-2f6ee6c530e7" providerId="AD" clId="Web-{3AA8B5F0-CF88-C310-557F-C9D02AFD7B38}" dt="2025-11-02T08:01:35.834" v="22"/>
        <pc:sldMkLst>
          <pc:docMk/>
          <pc:sldMk cId="0" sldId="257"/>
        </pc:sldMkLst>
        <pc:spChg chg="mod">
          <ac:chgData name="Justin Chia Chen" userId="S::chenjc5@ad.uci.edu::68b52ff9-65e3-42cc-9e01-2f6ee6c530e7" providerId="AD" clId="Web-{3AA8B5F0-CF88-C310-557F-C9D02AFD7B38}" dt="2025-11-02T08:00:53.016" v="4" actId="20577"/>
          <ac:spMkLst>
            <pc:docMk/>
            <pc:sldMk cId="0" sldId="257"/>
            <ac:spMk id="60" creationId="{00000000-0000-0000-0000-000000000000}"/>
          </ac:spMkLst>
        </pc:spChg>
        <pc:spChg chg="mod">
          <ac:chgData name="Justin Chia Chen" userId="S::chenjc5@ad.uci.edu::68b52ff9-65e3-42cc-9e01-2f6ee6c530e7" providerId="AD" clId="Web-{3AA8B5F0-CF88-C310-557F-C9D02AFD7B38}" dt="2025-11-02T08:00:58.860" v="6" actId="20577"/>
          <ac:spMkLst>
            <pc:docMk/>
            <pc:sldMk cId="0" sldId="257"/>
            <ac:spMk id="61" creationId="{00000000-0000-0000-0000-000000000000}"/>
          </ac:spMkLst>
        </pc:spChg>
      </pc:sldChg>
      <pc:sldChg chg="addSp delSp modSp">
        <pc:chgData name="Justin Chia Chen" userId="S::chenjc5@ad.uci.edu::68b52ff9-65e3-42cc-9e01-2f6ee6c530e7" providerId="AD" clId="Web-{3AA8B5F0-CF88-C310-557F-C9D02AFD7B38}" dt="2025-11-02T08:30:26.775" v="212"/>
        <pc:sldMkLst>
          <pc:docMk/>
          <pc:sldMk cId="0" sldId="258"/>
        </pc:sldMkLst>
        <pc:spChg chg="add mod">
          <ac:chgData name="Justin Chia Chen" userId="S::chenjc5@ad.uci.edu::68b52ff9-65e3-42cc-9e01-2f6ee6c530e7" providerId="AD" clId="Web-{3AA8B5F0-CF88-C310-557F-C9D02AFD7B38}" dt="2025-11-02T08:24:55.972" v="189" actId="1076"/>
          <ac:spMkLst>
            <pc:docMk/>
            <pc:sldMk cId="0" sldId="258"/>
            <ac:spMk id="6" creationId="{877731F9-089D-6A19-59A7-C74C1FB1DA37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0:20.962" v="206" actId="1076"/>
          <ac:spMkLst>
            <pc:docMk/>
            <pc:sldMk cId="0" sldId="258"/>
            <ac:spMk id="7" creationId="{3DE46ACC-877E-3B33-5133-50213DE4D5C5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0:20.962" v="207" actId="1076"/>
          <ac:spMkLst>
            <pc:docMk/>
            <pc:sldMk cId="0" sldId="258"/>
            <ac:spMk id="9" creationId="{46F35712-CA0B-A5F4-2671-3EE6802292C1}"/>
          </ac:spMkLst>
        </pc:spChg>
        <pc:spChg chg="add del mod">
          <ac:chgData name="Justin Chia Chen" userId="S::chenjc5@ad.uci.edu::68b52ff9-65e3-42cc-9e01-2f6ee6c530e7" providerId="AD" clId="Web-{3AA8B5F0-CF88-C310-557F-C9D02AFD7B38}" dt="2025-11-02T08:30:20.978" v="208" actId="1076"/>
          <ac:spMkLst>
            <pc:docMk/>
            <pc:sldMk cId="0" sldId="258"/>
            <ac:spMk id="11" creationId="{BD89C881-0204-A513-12DD-56F4C5AEC3EA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0:20.978" v="209" actId="1076"/>
          <ac:spMkLst>
            <pc:docMk/>
            <pc:sldMk cId="0" sldId="258"/>
            <ac:spMk id="12" creationId="{27A4CEE7-51F4-11D2-F5D7-EB6BC93D21DD}"/>
          </ac:spMkLst>
        </pc:spChg>
        <pc:spChg chg="add">
          <ac:chgData name="Justin Chia Chen" userId="S::chenjc5@ad.uci.edu::68b52ff9-65e3-42cc-9e01-2f6ee6c530e7" providerId="AD" clId="Web-{3AA8B5F0-CF88-C310-557F-C9D02AFD7B38}" dt="2025-11-02T08:21:09.566" v="151"/>
          <ac:spMkLst>
            <pc:docMk/>
            <pc:sldMk cId="0" sldId="258"/>
            <ac:spMk id="13" creationId="{72DEAC82-B464-CEDC-C1BF-490E7DC819A3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0:20.993" v="210" actId="1076"/>
          <ac:spMkLst>
            <pc:docMk/>
            <pc:sldMk cId="0" sldId="258"/>
            <ac:spMk id="14" creationId="{A32CAE49-8B41-45C4-3BC4-E94671EFA616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0:20.993" v="211" actId="1076"/>
          <ac:spMkLst>
            <pc:docMk/>
            <pc:sldMk cId="0" sldId="258"/>
            <ac:spMk id="15" creationId="{D51582BC-4DD6-A9C1-5494-B4F5CE1DA137}"/>
          </ac:spMkLst>
        </pc:spChg>
        <pc:spChg chg="mod">
          <ac:chgData name="Justin Chia Chen" userId="S::chenjc5@ad.uci.edu::68b52ff9-65e3-42cc-9e01-2f6ee6c530e7" providerId="AD" clId="Web-{3AA8B5F0-CF88-C310-557F-C9D02AFD7B38}" dt="2025-11-02T08:14:11.376" v="75" actId="20577"/>
          <ac:spMkLst>
            <pc:docMk/>
            <pc:sldMk cId="0" sldId="258"/>
            <ac:spMk id="67" creationId="{00000000-0000-0000-0000-000000000000}"/>
          </ac:spMkLst>
        </pc:spChg>
        <pc:picChg chg="add del mod modCrop">
          <ac:chgData name="Justin Chia Chen" userId="S::chenjc5@ad.uci.edu::68b52ff9-65e3-42cc-9e01-2f6ee6c530e7" providerId="AD" clId="Web-{3AA8B5F0-CF88-C310-557F-C9D02AFD7B38}" dt="2025-11-02T08:24:55.925" v="187" actId="1076"/>
          <ac:picMkLst>
            <pc:docMk/>
            <pc:sldMk cId="0" sldId="258"/>
            <ac:picMk id="2" creationId="{9894D6ED-E5B0-2E23-D768-1FA3F09EF1CB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24:55.972" v="188" actId="1076"/>
          <ac:picMkLst>
            <pc:docMk/>
            <pc:sldMk cId="0" sldId="258"/>
            <ac:picMk id="3" creationId="{D613589C-6434-C9F6-91D5-C3C586187776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24:41.238" v="186" actId="1076"/>
          <ac:picMkLst>
            <pc:docMk/>
            <pc:sldMk cId="0" sldId="258"/>
            <ac:picMk id="16" creationId="{98662045-5A31-A8F3-8037-B52ADE96B389}"/>
          </ac:picMkLst>
        </pc:picChg>
      </pc:sldChg>
      <pc:sldChg chg="addSp modSp new">
        <pc:chgData name="Justin Chia Chen" userId="S::chenjc5@ad.uci.edu::68b52ff9-65e3-42cc-9e01-2f6ee6c530e7" providerId="AD" clId="Web-{3AA8B5F0-CF88-C310-557F-C9D02AFD7B38}" dt="2025-11-02T08:59:22.874" v="362" actId="20577"/>
        <pc:sldMkLst>
          <pc:docMk/>
          <pc:sldMk cId="2697580106" sldId="259"/>
        </pc:sldMkLst>
        <pc:spChg chg="mod">
          <ac:chgData name="Justin Chia Chen" userId="S::chenjc5@ad.uci.edu::68b52ff9-65e3-42cc-9e01-2f6ee6c530e7" providerId="AD" clId="Web-{3AA8B5F0-CF88-C310-557F-C9D02AFD7B38}" dt="2025-11-02T08:59:22.874" v="362" actId="20577"/>
          <ac:spMkLst>
            <pc:docMk/>
            <pc:sldMk cId="2697580106" sldId="259"/>
            <ac:spMk id="2" creationId="{39F96680-8D25-990B-90B2-9B30512D321C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1:31.449" v="219" actId="1076"/>
          <ac:spMkLst>
            <pc:docMk/>
            <pc:sldMk cId="2697580106" sldId="259"/>
            <ac:spMk id="7" creationId="{14EF8EA5-8C8D-54F9-CE3C-1D025118DC2E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1:59.511" v="226" actId="1076"/>
          <ac:spMkLst>
            <pc:docMk/>
            <pc:sldMk cId="2697580106" sldId="259"/>
            <ac:spMk id="8" creationId="{336654F8-C852-B45B-D2C8-879D13BF0954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2:54.909" v="237" actId="1076"/>
          <ac:spMkLst>
            <pc:docMk/>
            <pc:sldMk cId="2697580106" sldId="259"/>
            <ac:spMk id="9" creationId="{546331C5-24AE-6883-74C1-5E9EC9B6FF16}"/>
          </ac:spMkLst>
        </pc:spChg>
        <pc:spChg chg="add mod">
          <ac:chgData name="Justin Chia Chen" userId="S::chenjc5@ad.uci.edu::68b52ff9-65e3-42cc-9e01-2f6ee6c530e7" providerId="AD" clId="Web-{3AA8B5F0-CF88-C310-557F-C9D02AFD7B38}" dt="2025-11-02T08:33:05.221" v="240" actId="1076"/>
          <ac:spMkLst>
            <pc:docMk/>
            <pc:sldMk cId="2697580106" sldId="259"/>
            <ac:spMk id="10" creationId="{21E931FE-40DD-415B-BC0F-00BC7C405ACC}"/>
          </ac:spMkLst>
        </pc:spChg>
        <pc:picChg chg="add mod">
          <ac:chgData name="Justin Chia Chen" userId="S::chenjc5@ad.uci.edu::68b52ff9-65e3-42cc-9e01-2f6ee6c530e7" providerId="AD" clId="Web-{3AA8B5F0-CF88-C310-557F-C9D02AFD7B38}" dt="2025-11-02T08:27:14.894" v="193" actId="1076"/>
          <ac:picMkLst>
            <pc:docMk/>
            <pc:sldMk cId="2697580106" sldId="259"/>
            <ac:picMk id="5" creationId="{3C3D391C-8412-FDF3-7DCF-C18F45F950DE}"/>
          </ac:picMkLst>
        </pc:picChg>
      </pc:sldChg>
      <pc:sldChg chg="addSp modSp new">
        <pc:chgData name="Justin Chia Chen" userId="S::chenjc5@ad.uci.edu::68b52ff9-65e3-42cc-9e01-2f6ee6c530e7" providerId="AD" clId="Web-{3AA8B5F0-CF88-C310-557F-C9D02AFD7B38}" dt="2025-11-02T08:39:48.032" v="269" actId="1076"/>
        <pc:sldMkLst>
          <pc:docMk/>
          <pc:sldMk cId="3514837056" sldId="260"/>
        </pc:sldMkLst>
        <pc:spChg chg="mod">
          <ac:chgData name="Justin Chia Chen" userId="S::chenjc5@ad.uci.edu::68b52ff9-65e3-42cc-9e01-2f6ee6c530e7" providerId="AD" clId="Web-{3AA8B5F0-CF88-C310-557F-C9D02AFD7B38}" dt="2025-11-02T08:39:30.485" v="263" actId="20577"/>
          <ac:spMkLst>
            <pc:docMk/>
            <pc:sldMk cId="3514837056" sldId="260"/>
            <ac:spMk id="2" creationId="{F1044D4E-1E82-A764-01E4-1730529F065B}"/>
          </ac:spMkLst>
        </pc:spChg>
        <pc:picChg chg="add mod modCrop">
          <ac:chgData name="Justin Chia Chen" userId="S::chenjc5@ad.uci.edu::68b52ff9-65e3-42cc-9e01-2f6ee6c530e7" providerId="AD" clId="Web-{3AA8B5F0-CF88-C310-557F-C9D02AFD7B38}" dt="2025-11-02T08:39:38.376" v="266" actId="1076"/>
          <ac:picMkLst>
            <pc:docMk/>
            <pc:sldMk cId="3514837056" sldId="260"/>
            <ac:picMk id="5" creationId="{42E375E0-B99E-7FBD-2E07-F20679029EE2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39:48.032" v="269" actId="1076"/>
          <ac:picMkLst>
            <pc:docMk/>
            <pc:sldMk cId="3514837056" sldId="260"/>
            <ac:picMk id="6" creationId="{D4BF0428-D4BE-9FF3-4BEA-08D109AAE5CC}"/>
          </ac:picMkLst>
        </pc:picChg>
      </pc:sldChg>
      <pc:sldChg chg="addSp modSp new">
        <pc:chgData name="Justin Chia Chen" userId="S::chenjc5@ad.uci.edu::68b52ff9-65e3-42cc-9e01-2f6ee6c530e7" providerId="AD" clId="Web-{3AA8B5F0-CF88-C310-557F-C9D02AFD7B38}" dt="2025-11-02T08:52:43.764" v="313" actId="1076"/>
        <pc:sldMkLst>
          <pc:docMk/>
          <pc:sldMk cId="1474007687" sldId="261"/>
        </pc:sldMkLst>
        <pc:spChg chg="mod">
          <ac:chgData name="Justin Chia Chen" userId="S::chenjc5@ad.uci.edu::68b52ff9-65e3-42cc-9e01-2f6ee6c530e7" providerId="AD" clId="Web-{3AA8B5F0-CF88-C310-557F-C9D02AFD7B38}" dt="2025-11-02T08:41:40.938" v="299" actId="20577"/>
          <ac:spMkLst>
            <pc:docMk/>
            <pc:sldMk cId="1474007687" sldId="261"/>
            <ac:spMk id="2" creationId="{7B6D68B8-CA3D-8EB5-9A39-C01C139FF041}"/>
          </ac:spMkLst>
        </pc:spChg>
        <pc:picChg chg="add mod">
          <ac:chgData name="Justin Chia Chen" userId="S::chenjc5@ad.uci.edu::68b52ff9-65e3-42cc-9e01-2f6ee6c530e7" providerId="AD" clId="Web-{3AA8B5F0-CF88-C310-557F-C9D02AFD7B38}" dt="2025-11-02T08:48:51.388" v="303" actId="14100"/>
          <ac:picMkLst>
            <pc:docMk/>
            <pc:sldMk cId="1474007687" sldId="261"/>
            <ac:picMk id="5" creationId="{008D1087-A163-8CA3-FAA7-C1727F8BBFAB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52:43.764" v="313" actId="1076"/>
          <ac:picMkLst>
            <pc:docMk/>
            <pc:sldMk cId="1474007687" sldId="261"/>
            <ac:picMk id="6" creationId="{E1DDC2C1-4A09-9E8F-449A-E1EA0A4DA2C3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52:37.592" v="311" actId="1076"/>
          <ac:picMkLst>
            <pc:docMk/>
            <pc:sldMk cId="1474007687" sldId="261"/>
            <ac:picMk id="7" creationId="{48E7C55C-53C4-5BD7-E106-211E944C064F}"/>
          </ac:picMkLst>
        </pc:picChg>
      </pc:sldChg>
      <pc:sldChg chg="addSp delSp modSp new">
        <pc:chgData name="Justin Chia Chen" userId="S::chenjc5@ad.uci.edu::68b52ff9-65e3-42cc-9e01-2f6ee6c530e7" providerId="AD" clId="Web-{3AA8B5F0-CF88-C310-557F-C9D02AFD7B38}" dt="2025-11-02T08:57:03.062" v="356" actId="1076"/>
        <pc:sldMkLst>
          <pc:docMk/>
          <pc:sldMk cId="1525891855" sldId="262"/>
        </pc:sldMkLst>
        <pc:spChg chg="mod">
          <ac:chgData name="Justin Chia Chen" userId="S::chenjc5@ad.uci.edu::68b52ff9-65e3-42cc-9e01-2f6ee6c530e7" providerId="AD" clId="Web-{3AA8B5F0-CF88-C310-557F-C9D02AFD7B38}" dt="2025-11-02T08:55:31.374" v="348" actId="20577"/>
          <ac:spMkLst>
            <pc:docMk/>
            <pc:sldMk cId="1525891855" sldId="262"/>
            <ac:spMk id="2" creationId="{1B675703-7DE5-6E93-1D1D-F6D9B0474609}"/>
          </ac:spMkLst>
        </pc:spChg>
        <pc:picChg chg="add mod">
          <ac:chgData name="Justin Chia Chen" userId="S::chenjc5@ad.uci.edu::68b52ff9-65e3-42cc-9e01-2f6ee6c530e7" providerId="AD" clId="Web-{3AA8B5F0-CF88-C310-557F-C9D02AFD7B38}" dt="2025-11-02T08:55:26.390" v="346" actId="1076"/>
          <ac:picMkLst>
            <pc:docMk/>
            <pc:sldMk cId="1525891855" sldId="262"/>
            <ac:picMk id="6" creationId="{BD6FD55F-7D57-5473-8017-78A534CEE067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56:30.437" v="351" actId="1076"/>
          <ac:picMkLst>
            <pc:docMk/>
            <pc:sldMk cId="1525891855" sldId="262"/>
            <ac:picMk id="7" creationId="{D26A94EC-78A7-43FB-B3D2-FE62D3AFA148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8:57:03.062" v="356" actId="1076"/>
          <ac:picMkLst>
            <pc:docMk/>
            <pc:sldMk cId="1525891855" sldId="262"/>
            <ac:picMk id="8" creationId="{FA24650A-F17B-8400-ED02-125E47615B25}"/>
          </ac:picMkLst>
        </pc:picChg>
      </pc:sldChg>
      <pc:sldChg chg="addSp delSp modSp new ord">
        <pc:chgData name="Justin Chia Chen" userId="S::chenjc5@ad.uci.edu::68b52ff9-65e3-42cc-9e01-2f6ee6c530e7" providerId="AD" clId="Web-{3AA8B5F0-CF88-C310-557F-C9D02AFD7B38}" dt="2025-11-02T09:01:56.218" v="389" actId="1076"/>
        <pc:sldMkLst>
          <pc:docMk/>
          <pc:sldMk cId="660940007" sldId="263"/>
        </pc:sldMkLst>
        <pc:spChg chg="mod">
          <ac:chgData name="Justin Chia Chen" userId="S::chenjc5@ad.uci.edu::68b52ff9-65e3-42cc-9e01-2f6ee6c530e7" providerId="AD" clId="Web-{3AA8B5F0-CF88-C310-557F-C9D02AFD7B38}" dt="2025-11-02T08:59:42.155" v="368" actId="20577"/>
          <ac:spMkLst>
            <pc:docMk/>
            <pc:sldMk cId="660940007" sldId="263"/>
            <ac:spMk id="2" creationId="{54D1B054-0189-9EC6-BCCF-15C688C4A4FA}"/>
          </ac:spMkLst>
        </pc:spChg>
        <pc:spChg chg="add mod">
          <ac:chgData name="Justin Chia Chen" userId="S::chenjc5@ad.uci.edu::68b52ff9-65e3-42cc-9e01-2f6ee6c530e7" providerId="AD" clId="Web-{3AA8B5F0-CF88-C310-557F-C9D02AFD7B38}" dt="2025-11-02T09:01:39.640" v="382" actId="1076"/>
          <ac:spMkLst>
            <pc:docMk/>
            <pc:sldMk cId="660940007" sldId="263"/>
            <ac:spMk id="10" creationId="{87B7C935-6D64-C64C-8441-C6D5674FB223}"/>
          </ac:spMkLst>
        </pc:spChg>
        <pc:spChg chg="add mod">
          <ac:chgData name="Justin Chia Chen" userId="S::chenjc5@ad.uci.edu::68b52ff9-65e3-42cc-9e01-2f6ee6c530e7" providerId="AD" clId="Web-{3AA8B5F0-CF88-C310-557F-C9D02AFD7B38}" dt="2025-11-02T09:01:56.218" v="389" actId="1076"/>
          <ac:spMkLst>
            <pc:docMk/>
            <pc:sldMk cId="660940007" sldId="263"/>
            <ac:spMk id="12" creationId="{385A1CDB-D826-BA9F-A5C2-73B3FABB6B50}"/>
          </ac:spMkLst>
        </pc:spChg>
        <pc:picChg chg="add mod">
          <ac:chgData name="Justin Chia Chen" userId="S::chenjc5@ad.uci.edu::68b52ff9-65e3-42cc-9e01-2f6ee6c530e7" providerId="AD" clId="Web-{3AA8B5F0-CF88-C310-557F-C9D02AFD7B38}" dt="2025-11-02T09:01:15.859" v="378" actId="1076"/>
          <ac:picMkLst>
            <pc:docMk/>
            <pc:sldMk cId="660940007" sldId="263"/>
            <ac:picMk id="6" creationId="{2AC8148E-4C11-05C3-D0DB-4473B0F9DC8D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9:01:18.484" v="379" actId="1076"/>
          <ac:picMkLst>
            <pc:docMk/>
            <pc:sldMk cId="660940007" sldId="263"/>
            <ac:picMk id="7" creationId="{27FFF915-B2B5-DED9-8996-7BB49705A2F1}"/>
          </ac:picMkLst>
        </pc:picChg>
        <pc:picChg chg="add mod">
          <ac:chgData name="Justin Chia Chen" userId="S::chenjc5@ad.uci.edu::68b52ff9-65e3-42cc-9e01-2f6ee6c530e7" providerId="AD" clId="Web-{3AA8B5F0-CF88-C310-557F-C9D02AFD7B38}" dt="2025-11-02T09:01:21.234" v="380" actId="1076"/>
          <ac:picMkLst>
            <pc:docMk/>
            <pc:sldMk cId="660940007" sldId="263"/>
            <ac:picMk id="8" creationId="{438ED4A5-D344-592C-C919-4E8D4A43ED72}"/>
          </ac:picMkLst>
        </pc:picChg>
      </pc:sldChg>
    </pc:docChg>
  </pc:docChgLst>
  <pc:docChgLst>
    <pc:chgData name="Justin Chia Chen" userId="S::chenjc5@ad.uci.edu::68b52ff9-65e3-42cc-9e01-2f6ee6c530e7" providerId="AD" clId="Web-{514E791D-9B72-9818-6D32-0E276FD7A3C8}"/>
    <pc:docChg chg="modSld">
      <pc:chgData name="Justin Chia Chen" userId="S::chenjc5@ad.uci.edu::68b52ff9-65e3-42cc-9e01-2f6ee6c530e7" providerId="AD" clId="Web-{514E791D-9B72-9818-6D32-0E276FD7A3C8}" dt="2025-11-03T03:36:40.348" v="0" actId="1076"/>
      <pc:docMkLst>
        <pc:docMk/>
      </pc:docMkLst>
      <pc:sldChg chg="modSp">
        <pc:chgData name="Justin Chia Chen" userId="S::chenjc5@ad.uci.edu::68b52ff9-65e3-42cc-9e01-2f6ee6c530e7" providerId="AD" clId="Web-{514E791D-9B72-9818-6D32-0E276FD7A3C8}" dt="2025-11-03T03:36:40.348" v="0" actId="1076"/>
        <pc:sldMkLst>
          <pc:docMk/>
          <pc:sldMk cId="0" sldId="258"/>
        </pc:sldMkLst>
        <pc:picChg chg="mod">
          <ac:chgData name="Justin Chia Chen" userId="S::chenjc5@ad.uci.edu::68b52ff9-65e3-42cc-9e01-2f6ee6c530e7" providerId="AD" clId="Web-{514E791D-9B72-9818-6D32-0E276FD7A3C8}" dt="2025-11-03T03:36:40.348" v="0" actId="1076"/>
          <ac:picMkLst>
            <pc:docMk/>
            <pc:sldMk cId="0" sldId="258"/>
            <ac:picMk id="2" creationId="{9894D6ED-E5B0-2E23-D768-1FA3F09EF1CB}"/>
          </ac:picMkLst>
        </pc:picChg>
      </pc:sldChg>
    </pc:docChg>
  </pc:docChgLst>
  <pc:docChgLst>
    <pc:chgData name="Gabriel Schoene" userId="S::gschoene@ad.uci.edu::a7e17544-9afd-43eb-99ff-0fc40b9bdf3a" providerId="AD" clId="Web-{A3E0C618-69C1-158A-2694-3554F7273270}"/>
    <pc:docChg chg="modSld">
      <pc:chgData name="Gabriel Schoene" userId="S::gschoene@ad.uci.edu::a7e17544-9afd-43eb-99ff-0fc40b9bdf3a" providerId="AD" clId="Web-{A3E0C618-69C1-158A-2694-3554F7273270}" dt="2025-11-06T20:15:08.828" v="141" actId="20577"/>
      <pc:docMkLst>
        <pc:docMk/>
      </pc:docMkLst>
      <pc:sldChg chg="modSp">
        <pc:chgData name="Gabriel Schoene" userId="S::gschoene@ad.uci.edu::a7e17544-9afd-43eb-99ff-0fc40b9bdf3a" providerId="AD" clId="Web-{A3E0C618-69C1-158A-2694-3554F7273270}" dt="2025-11-06T20:15:08.828" v="141" actId="20577"/>
        <pc:sldMkLst>
          <pc:docMk/>
          <pc:sldMk cId="2697580106" sldId="259"/>
        </pc:sldMkLst>
        <pc:spChg chg="mod">
          <ac:chgData name="Gabriel Schoene" userId="S::gschoene@ad.uci.edu::a7e17544-9afd-43eb-99ff-0fc40b9bdf3a" providerId="AD" clId="Web-{A3E0C618-69C1-158A-2694-3554F7273270}" dt="2025-11-06T20:15:08.828" v="141" actId="20577"/>
          <ac:spMkLst>
            <pc:docMk/>
            <pc:sldMk cId="2697580106" sldId="259"/>
            <ac:spMk id="3" creationId="{CD1CA8DC-8B8F-75FC-4234-E2F6A91D40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c5ba0c16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c5ba0c16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c0e5d67f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c0e5d67f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the signal to even when breaking the METHALOX records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16200038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ookman Old Style"/>
              <a:buNone/>
              <a:defRPr sz="52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Font typeface="Bookman Old Style"/>
              <a:buNone/>
              <a:defRPr sz="2800">
                <a:solidFill>
                  <a:srgbClr val="EFEFE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>
              <a:buNone/>
              <a:defRPr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ookman Old Style"/>
              <a:buChar char="●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○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■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●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○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■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●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○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Char char="■"/>
              <a:defRPr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16200038" scaled="0"/>
        </a:gra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Bookman Old Style"/>
              <a:buNone/>
              <a:defRPr sz="42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Bookman Old Style"/>
              <a:buNone/>
              <a:defRPr sz="2100">
                <a:solidFill>
                  <a:srgbClr val="EFEFE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ookman Old Style"/>
              <a:buChar char="●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○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■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●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○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■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●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○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ookman Old Style"/>
              <a:buChar char="■"/>
              <a:defRPr>
                <a:solidFill>
                  <a:srgbClr val="43434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heet.datasheetarchive.com/originals/distributors/DKDS-2/37032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ti.com/lit/ds/symlink/lm555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vishay.com/docs/81181/4n35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16200038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318646"/>
            <a:ext cx="8520600" cy="8314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50" dirty="0"/>
              <a:t>RTM Pinouts</a:t>
            </a:r>
            <a:endParaRPr lang="en-US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green circuit board with many small objects&#10;&#10;AI-generated content may be incorrect.">
            <a:extLst>
              <a:ext uri="{FF2B5EF4-FFF2-40B4-BE49-F238E27FC236}">
                <a16:creationId xmlns:a16="http://schemas.microsoft.com/office/drawing/2014/main" id="{CFBDFC2F-8C41-CD2C-9797-E09744A71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844" y="1147885"/>
            <a:ext cx="5126313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/>
              <a:t>Isolated DC/DC Converters (SPAN02A-12): </a:t>
            </a:r>
            <a:r>
              <a:rPr lang="en-US" dirty="0">
                <a:hlinkClick r:id="rId3"/>
              </a:rPr>
              <a:t>Datasheet</a:t>
            </a:r>
            <a:endParaRPr lang="en-US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Picture 1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9894D6ED-E5B0-2E23-D768-1FA3F09EF1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67" t="37081" r="23658" b="29799"/>
          <a:stretch>
            <a:fillRect/>
          </a:stretch>
        </p:blipFill>
        <p:spPr>
          <a:xfrm>
            <a:off x="372191" y="1029241"/>
            <a:ext cx="3445305" cy="1557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13589C-6434-C9F6-91D5-C3C586187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03" y="2683984"/>
            <a:ext cx="2287958" cy="2142792"/>
          </a:xfrm>
          <a:prstGeom prst="rect">
            <a:avLst/>
          </a:prstGeom>
        </p:spPr>
      </p:pic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877731F9-089D-6A19-59A7-C74C1FB1DA37}"/>
              </a:ext>
            </a:extLst>
          </p:cNvPr>
          <p:cNvSpPr txBox="1">
            <a:spLocks/>
          </p:cNvSpPr>
          <p:nvPr/>
        </p:nvSpPr>
        <p:spPr>
          <a:xfrm>
            <a:off x="881512" y="4828279"/>
            <a:ext cx="2522293" cy="411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/>
              <a:t>Pinouts from the Datasheet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46ACC-877E-3B33-5133-50213DE4D5C5}"/>
              </a:ext>
            </a:extLst>
          </p:cNvPr>
          <p:cNvSpPr txBox="1"/>
          <p:nvPr/>
        </p:nvSpPr>
        <p:spPr>
          <a:xfrm>
            <a:off x="664137" y="2071217"/>
            <a:ext cx="26418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8</a:t>
            </a:r>
            <a:endParaRPr lang="en-US" sz="1600" b="1">
              <a:latin typeface="Comic Sans MS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35712-CA0B-A5F4-2671-3EE6802292C1}"/>
              </a:ext>
            </a:extLst>
          </p:cNvPr>
          <p:cNvSpPr txBox="1"/>
          <p:nvPr/>
        </p:nvSpPr>
        <p:spPr>
          <a:xfrm>
            <a:off x="1052325" y="2071108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89C881-0204-A513-12DD-56F4C5AEC3EA}"/>
              </a:ext>
            </a:extLst>
          </p:cNvPr>
          <p:cNvSpPr txBox="1"/>
          <p:nvPr/>
        </p:nvSpPr>
        <p:spPr>
          <a:xfrm>
            <a:off x="2564642" y="2071107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3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7A4CEE7-51F4-11D2-F5D7-EB6BC93D21DD}"/>
              </a:ext>
            </a:extLst>
          </p:cNvPr>
          <p:cNvSpPr txBox="1"/>
          <p:nvPr/>
        </p:nvSpPr>
        <p:spPr>
          <a:xfrm>
            <a:off x="1424338" y="2071107"/>
            <a:ext cx="26418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6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72DEAC82-B464-CEDC-C1BF-490E7DC819A3}"/>
              </a:ext>
            </a:extLst>
          </p:cNvPr>
          <p:cNvSpPr txBox="1"/>
          <p:nvPr/>
        </p:nvSpPr>
        <p:spPr>
          <a:xfrm>
            <a:off x="5326809" y="5653225"/>
            <a:ext cx="26418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CAE49-8B41-45C4-3BC4-E94671EFA616}"/>
              </a:ext>
            </a:extLst>
          </p:cNvPr>
          <p:cNvSpPr txBox="1"/>
          <p:nvPr/>
        </p:nvSpPr>
        <p:spPr>
          <a:xfrm>
            <a:off x="2904306" y="2071107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582BC-4DD6-A9C1-5494-B4F5CE1DA137}"/>
              </a:ext>
            </a:extLst>
          </p:cNvPr>
          <p:cNvSpPr txBox="1"/>
          <p:nvPr/>
        </p:nvSpPr>
        <p:spPr>
          <a:xfrm>
            <a:off x="3289799" y="2071107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1</a:t>
            </a:r>
          </a:p>
        </p:txBody>
      </p:sp>
      <p:pic>
        <p:nvPicPr>
          <p:cNvPr id="16" name="Picture 1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98662045-5A31-A8F3-8037-B52ADE96B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790" y="965490"/>
            <a:ext cx="3670158" cy="4130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6680-8D25-990B-90B2-9B30512D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Molex Mini-Fit Jr. 2x1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CA8DC-8B8F-75FC-4234-E2F6A91D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68573"/>
            <a:ext cx="4367164" cy="340030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Note that 12v </a:t>
            </a:r>
            <a:r>
              <a:rPr lang="en-US" dirty="0" err="1"/>
              <a:t>uniso</a:t>
            </a:r>
            <a:r>
              <a:rPr lang="en-US" dirty="0"/>
              <a:t> is not used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This is on the HV side, violates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Rules, and just doesn’t let the board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Work. There is a new connector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On the other side. It can be figured out based on the side connected to the </a:t>
            </a:r>
            <a:r>
              <a:rPr lang="en-US" dirty="0" err="1"/>
              <a:t>gnd</a:t>
            </a:r>
            <a:r>
              <a:rPr lang="en-US" dirty="0"/>
              <a:t> plane is </a:t>
            </a:r>
            <a:r>
              <a:rPr lang="en-US" dirty="0" err="1"/>
              <a:t>gnd</a:t>
            </a:r>
            <a:r>
              <a:rPr lang="en-US" dirty="0"/>
              <a:t>, and the one </a:t>
            </a:r>
            <a:r>
              <a:rPr lang="en-US"/>
              <a:t>with a wire is the +12v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99B8-D4E7-E21A-798E-5CE20CD325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lang="en"/>
          </a:p>
        </p:txBody>
      </p:sp>
      <p:pic>
        <p:nvPicPr>
          <p:cNvPr id="5" name="Picture 4" descr="A green circuit board with white text and black and yellow circles&#10;&#10;AI-generated content may be incorrect.">
            <a:extLst>
              <a:ext uri="{FF2B5EF4-FFF2-40B4-BE49-F238E27FC236}">
                <a16:creationId xmlns:a16="http://schemas.microsoft.com/office/drawing/2014/main" id="{3C3D391C-8412-FDF3-7DCF-C18F45F95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16" y="863162"/>
            <a:ext cx="3797770" cy="3996559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14EF8EA5-8C8D-54F9-CE3C-1D025118DC2E}"/>
              </a:ext>
            </a:extLst>
          </p:cNvPr>
          <p:cNvSpPr txBox="1"/>
          <p:nvPr/>
        </p:nvSpPr>
        <p:spPr>
          <a:xfrm>
            <a:off x="5901745" y="3962969"/>
            <a:ext cx="89480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i="1" dirty="0">
                <a:solidFill>
                  <a:srgbClr val="FF0000"/>
                </a:solidFill>
                <a:latin typeface="Comic Sans MS"/>
              </a:rPr>
              <a:t>GND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336654F8-C852-B45B-D2C8-879D13BF0954}"/>
              </a:ext>
            </a:extLst>
          </p:cNvPr>
          <p:cNvSpPr txBox="1"/>
          <p:nvPr/>
        </p:nvSpPr>
        <p:spPr>
          <a:xfrm>
            <a:off x="4943989" y="2693844"/>
            <a:ext cx="1497836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i="1" dirty="0">
                <a:solidFill>
                  <a:srgbClr val="FF0000"/>
                </a:solidFill>
                <a:latin typeface="Comic Sans MS"/>
              </a:rPr>
              <a:t>12V UNISO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46331C5-24AE-6883-74C1-5E9EC9B6FF16}"/>
              </a:ext>
            </a:extLst>
          </p:cNvPr>
          <p:cNvSpPr txBox="1"/>
          <p:nvPr/>
        </p:nvSpPr>
        <p:spPr>
          <a:xfrm>
            <a:off x="5314480" y="2094756"/>
            <a:ext cx="1324414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i="1" dirty="0">
                <a:solidFill>
                  <a:srgbClr val="FF0000"/>
                </a:solidFill>
                <a:latin typeface="Comic Sans MS"/>
              </a:rPr>
              <a:t>High Volt-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931FE-40DD-415B-BC0F-00BC7C405ACC}"/>
              </a:ext>
            </a:extLst>
          </p:cNvPr>
          <p:cNvSpPr txBox="1"/>
          <p:nvPr/>
        </p:nvSpPr>
        <p:spPr>
          <a:xfrm>
            <a:off x="5314479" y="1014817"/>
            <a:ext cx="1324414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i="1" dirty="0">
                <a:solidFill>
                  <a:srgbClr val="FF0000"/>
                </a:solidFill>
                <a:latin typeface="Comic Sans MS"/>
              </a:rPr>
              <a:t>High Volt+</a:t>
            </a:r>
          </a:p>
        </p:txBody>
      </p:sp>
    </p:spTree>
    <p:extLst>
      <p:ext uri="{BB962C8B-B14F-4D97-AF65-F5344CB8AC3E}">
        <p14:creationId xmlns:p14="http://schemas.microsoft.com/office/powerpoint/2010/main" val="269758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B054-0189-9EC6-BCCF-15C688C4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Molex Mini-Fit Jr. 2x1 (Part 2)</a:t>
            </a:r>
            <a:endParaRPr lang="en-US" sz="25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C7DF4-CC29-5A8F-0278-34C5C6EF7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64828-4F94-2F26-34D1-86AF3447DA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lang="en"/>
          </a:p>
        </p:txBody>
      </p:sp>
      <p:pic>
        <p:nvPicPr>
          <p:cNvPr id="6" name="Picture 5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2AC8148E-4C11-05C3-D0DB-4473B0F9D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8" y="1379483"/>
            <a:ext cx="2631641" cy="2959976"/>
          </a:xfrm>
          <a:prstGeom prst="rect">
            <a:avLst/>
          </a:prstGeom>
        </p:spPr>
      </p:pic>
      <p:pic>
        <p:nvPicPr>
          <p:cNvPr id="7" name="Picture 6" descr="A close up of a computer&#10;&#10;AI-generated content may be incorrect.">
            <a:extLst>
              <a:ext uri="{FF2B5EF4-FFF2-40B4-BE49-F238E27FC236}">
                <a16:creationId xmlns:a16="http://schemas.microsoft.com/office/drawing/2014/main" id="{27FFF915-B2B5-DED9-8996-7BB49705A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441" y="1284890"/>
            <a:ext cx="3616057" cy="2877207"/>
          </a:xfrm>
          <a:prstGeom prst="rect">
            <a:avLst/>
          </a:prstGeom>
        </p:spPr>
      </p:pic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438ED4A5-D344-592C-C919-4E8D4A43E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10" y="-86710"/>
            <a:ext cx="2380193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B7C935-6D64-C64C-8441-C6D5674FB223}"/>
              </a:ext>
            </a:extLst>
          </p:cNvPr>
          <p:cNvSpPr txBox="1"/>
          <p:nvPr/>
        </p:nvSpPr>
        <p:spPr>
          <a:xfrm>
            <a:off x="1646244" y="1984397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A1CDB-D826-BA9F-A5C2-73B3FABB6B50}"/>
              </a:ext>
            </a:extLst>
          </p:cNvPr>
          <p:cNvSpPr txBox="1"/>
          <p:nvPr/>
        </p:nvSpPr>
        <p:spPr>
          <a:xfrm>
            <a:off x="1646244" y="2855442"/>
            <a:ext cx="2641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omic Sans M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094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4D4E-1E82-A764-01E4-1730529F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OpAmp</a:t>
            </a:r>
            <a:r>
              <a:rPr lang="en-US" dirty="0"/>
              <a:t> (LM393N or NOPB), Component U4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E4473-5F1D-3247-3175-EB25B7019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6C36-F02A-BB17-47FF-12A16D305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lang="en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2E375E0-B99E-7FBD-2E07-F2067902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53" t="17883" r="31959" b="16639"/>
          <a:stretch>
            <a:fillRect/>
          </a:stretch>
        </p:blipFill>
        <p:spPr>
          <a:xfrm>
            <a:off x="707297" y="1056951"/>
            <a:ext cx="3450966" cy="3607635"/>
          </a:xfrm>
          <a:prstGeom prst="rect">
            <a:avLst/>
          </a:prstGeom>
        </p:spPr>
      </p:pic>
      <p:pic>
        <p:nvPicPr>
          <p:cNvPr id="6" name="Picture 5" descr="LM393N Comparators: Datasheet, Pinout, Circuit [Video&amp;FAQ]">
            <a:extLst>
              <a:ext uri="{FF2B5EF4-FFF2-40B4-BE49-F238E27FC236}">
                <a16:creationId xmlns:a16="http://schemas.microsoft.com/office/drawing/2014/main" id="{D4BF0428-D4BE-9FF3-4BEA-08D109AA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168" y="1469568"/>
            <a:ext cx="4518165" cy="27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3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8B8-CA3D-8EB5-9A39-C01C139F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555 Timer (Component U3) </a:t>
            </a:r>
            <a:r>
              <a:rPr lang="en-US" dirty="0">
                <a:hlinkClick r:id="rId2"/>
              </a:rPr>
              <a:t>Datasheet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B6E67-C61F-FB82-61F0-8A204C4D1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B0C1B-2D27-0A82-EAAE-A8D162D4AB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lang="en"/>
          </a:p>
        </p:txBody>
      </p:sp>
      <p:pic>
        <p:nvPicPr>
          <p:cNvPr id="5" name="Picture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008D1087-A163-8CA3-FAA7-C1727F8BB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60" y="1016875"/>
            <a:ext cx="2959595" cy="3850728"/>
          </a:xfrm>
          <a:prstGeom prst="rect">
            <a:avLst/>
          </a:prstGeom>
        </p:spPr>
      </p:pic>
      <p:pic>
        <p:nvPicPr>
          <p:cNvPr id="6" name="Picture 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E1DDC2C1-4A09-9E8F-449A-E1EA0A4DA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021" y="1292772"/>
            <a:ext cx="2616517" cy="2561898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8E7C55C-53C4-5BD7-E106-211E944C0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776" y="1237593"/>
            <a:ext cx="3057706" cy="32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0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5703-7DE5-6E93-1D1D-F6D9B047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Optocoupler (Component U2) </a:t>
            </a:r>
            <a:r>
              <a:rPr lang="en-US" dirty="0">
                <a:hlinkClick r:id="rId2"/>
              </a:rPr>
              <a:t>Datasheet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639CB-20D2-73E7-3E71-55FCC63A3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3EC0-486D-86F6-323D-BF71F96B8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lang="en"/>
          </a:p>
        </p:txBody>
      </p:sp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D6FD55F-7D57-5473-8017-78A534CEE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92" y="1824859"/>
            <a:ext cx="2771770" cy="2743201"/>
          </a:xfrm>
          <a:prstGeom prst="rect">
            <a:avLst/>
          </a:prstGeom>
        </p:spPr>
      </p:pic>
      <p:pic>
        <p:nvPicPr>
          <p:cNvPr id="7" name="Picture 6" descr="A black and white drawing of a rectangular object&#10;&#10;AI-generated content may be incorrect.">
            <a:extLst>
              <a:ext uri="{FF2B5EF4-FFF2-40B4-BE49-F238E27FC236}">
                <a16:creationId xmlns:a16="http://schemas.microsoft.com/office/drawing/2014/main" id="{D26A94EC-78A7-43FB-B3D2-FE62D3AFA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10" y="1454369"/>
            <a:ext cx="1896011" cy="2609194"/>
          </a:xfrm>
          <a:prstGeom prst="rect">
            <a:avLst/>
          </a:prstGeom>
        </p:spPr>
      </p:pic>
      <p:pic>
        <p:nvPicPr>
          <p:cNvPr id="8" name="Picture 7" descr="A screen shot of a basketball court&#10;&#10;AI-generated content may be incorrect.">
            <a:extLst>
              <a:ext uri="{FF2B5EF4-FFF2-40B4-BE49-F238E27FC236}">
                <a16:creationId xmlns:a16="http://schemas.microsoft.com/office/drawing/2014/main" id="{FA24650A-F17B-8400-ED02-125E47615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506" y="1639614"/>
            <a:ext cx="3314289" cy="275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9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84550" y="1921500"/>
            <a:ext cx="4045200" cy="13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762500" y="724075"/>
            <a:ext cx="42222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1143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ubteam xmlns="5cbf1f57-4896-4308-a246-df5f7c439b7d" xsi:nil="true"/>
    <TaxCatchAll xmlns="106576a5-d1b3-4eac-bf0a-4220af781826" xsi:nil="true"/>
    <lcf76f155ced4ddcb4097134ff3c332f xmlns="5cbf1f57-4896-4308-a246-df5f7c439b7d">
      <Terms xmlns="http://schemas.microsoft.com/office/infopath/2007/PartnerControls"/>
    </lcf76f155ced4ddcb4097134ff3c332f>
    <Filter xmlns="5cbf1f57-4896-4308-a246-df5f7c439b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65DA01DEA61D438F296BBEA879C840" ma:contentTypeVersion="19" ma:contentTypeDescription="Create a new document." ma:contentTypeScope="" ma:versionID="d79f18288c39e1f9242d84e91e27d879">
  <xsd:schema xmlns:xsd="http://www.w3.org/2001/XMLSchema" xmlns:xs="http://www.w3.org/2001/XMLSchema" xmlns:p="http://schemas.microsoft.com/office/2006/metadata/properties" xmlns:ns2="106576a5-d1b3-4eac-bf0a-4220af781826" xmlns:ns3="5cbf1f57-4896-4308-a246-df5f7c439b7d" targetNamespace="http://schemas.microsoft.com/office/2006/metadata/properties" ma:root="true" ma:fieldsID="bdc50e0e9cd0d5dda7ae1499371982f3" ns2:_="" ns3:_="">
    <xsd:import namespace="106576a5-d1b3-4eac-bf0a-4220af781826"/>
    <xsd:import namespace="5cbf1f57-4896-4308-a246-df5f7c439b7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Subteam" minOccurs="0"/>
                <xsd:element ref="ns3:Filte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576a5-d1b3-4eac-bf0a-4220af78182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c268737-65a6-4b73-bc4b-77cd5380c40f}" ma:internalName="TaxCatchAll" ma:showField="CatchAllData" ma:web="106576a5-d1b3-4eac-bf0a-4220af781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f1f57-4896-4308-a246-df5f7c439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33ad1a4-bcb6-4664-8873-2816a39d13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Subteam" ma:index="23" nillable="true" ma:displayName="File Filter" ma:description="Set to make it so the sub-team folders are separate" ma:format="Dropdown" ma:internalName="Subteam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Subteam"/>
                        <xsd:enumeration value="Documents"/>
                        <xsd:enumeration value="Old Stuff"/>
                        <xsd:enumeration value="Useful Resources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ilter" ma:index="24" nillable="true" ma:displayName="Filter" ma:format="Dropdown" ma:internalName="Filter" ma:percentage="FALSE">
      <xsd:simpleType>
        <xsd:restriction base="dms:Number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6DEA3F-64A1-459A-91EC-61D9FA56801A}">
  <ds:schemaRefs>
    <ds:schemaRef ds:uri="http://schemas.microsoft.com/office/2006/metadata/properties"/>
    <ds:schemaRef ds:uri="http://schemas.microsoft.com/office/infopath/2007/PartnerControls"/>
    <ds:schemaRef ds:uri="5cbf1f57-4896-4308-a246-df5f7c439b7d"/>
    <ds:schemaRef ds:uri="106576a5-d1b3-4eac-bf0a-4220af781826"/>
  </ds:schemaRefs>
</ds:datastoreItem>
</file>

<file path=customXml/itemProps2.xml><?xml version="1.0" encoding="utf-8"?>
<ds:datastoreItem xmlns:ds="http://schemas.openxmlformats.org/officeDocument/2006/customXml" ds:itemID="{22095D36-DC2F-42BC-9110-FF928155B9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C91295-990C-436E-98D0-141DF65DB9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6576a5-d1b3-4eac-bf0a-4220af781826"/>
    <ds:schemaRef ds:uri="5cbf1f57-4896-4308-a246-df5f7c439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RTM Pinouts</vt:lpstr>
      <vt:lpstr>Isolated DC/DC Converters (SPAN02A-12): Datasheet</vt:lpstr>
      <vt:lpstr>Molex Mini-Fit Jr. 2x1 (Part 1)</vt:lpstr>
      <vt:lpstr>Molex Mini-Fit Jr. 2x1 (Part 2) </vt:lpstr>
      <vt:lpstr>OpAmp (LM393N or NOPB), Component U4</vt:lpstr>
      <vt:lpstr>555 Timer (Component U3) Datasheet</vt:lpstr>
      <vt:lpstr>Optocoupler (Component U2) Datasheet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182</cp:revision>
  <dcterms:modified xsi:type="dcterms:W3CDTF">2025-11-06T20:15:09Z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0x010100E965DA01DEA61D438F296BBEA879C840</vt:lpwstr>
  </property>
  <property fmtid="{D5CDD505-2E9C-101B-9397-08002B2CF9AE}" pid="3" name="MediaServiceImageTags">
    <vt:lpwstr/>
  </property>
</Properties>
</file>